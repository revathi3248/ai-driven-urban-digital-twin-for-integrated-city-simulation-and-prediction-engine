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9" r:id="rId3"/>
    <p:sldId id="327" r:id="rId4"/>
    <p:sldId id="333" r:id="rId5"/>
    <p:sldId id="350" r:id="rId6"/>
    <p:sldId id="351" r:id="rId7"/>
    <p:sldId id="328" r:id="rId8"/>
    <p:sldId id="329" r:id="rId9"/>
    <p:sldId id="335" r:id="rId10"/>
    <p:sldId id="330" r:id="rId11"/>
    <p:sldId id="345" r:id="rId12"/>
    <p:sldId id="346" r:id="rId13"/>
    <p:sldId id="352" r:id="rId14"/>
    <p:sldId id="349" r:id="rId15"/>
    <p:sldId id="326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5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>
      <p:cViewPr varScale="1">
        <p:scale>
          <a:sx n="82" d="100"/>
          <a:sy n="82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49C0CB-3077-4A2C-A263-34908B18F1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FDBD4-CECE-4489-86D6-D12748BF19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18AD1CAA-8E5C-49F6-8938-72360B2BE9BA}" type="datetimeFigureOut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F0860-EA4C-470F-953E-A330E0ABA9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D5A3C-3604-4181-BB10-EF1F20AB41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5D8934D-CC79-41E4-84A0-8E210C28D0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1F8ED2-BED6-42C2-80BF-D0DDEF1BB6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0A5090-DDE5-4846-93BE-A1655C2571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4D85942-DFC5-4B20-B5C9-CCE8F5D93199}" type="datetimeFigureOut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4DCBBA6-3CFE-454C-915B-2F557CCB5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FA9522D-261C-456E-9909-C0D312DD7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F42A2-8DE7-4D71-92CA-346712661A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32067-15CE-4CFC-88B9-89B3A0F21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6A9F5FE-36A4-49E1-AC13-A222A228958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7840EE95-7363-4926-B290-3A8210046C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63985331-A8BE-46A9-BEEC-B969CF2C8C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464F66CD-1804-40B2-A3A3-A8D525DB9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AE71682-A2E8-46DE-A7B3-20F0B3AD6C26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533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967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534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0920D-B6AE-44B7-A614-3E19FD85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5013B-3371-48FC-9407-F92BD42A5CA9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ADB77-829A-477C-9C0C-151A5096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9F79D-D26C-4B9A-9720-48C3725E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1673AE-CDED-468E-9E60-13F9774D8E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253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E68E3-5E88-4FA2-8C26-450DBAD82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8CA06-C0FA-4A35-B9BF-5CBFE5CB9336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4CD55-6E4A-4A63-98EF-FA743743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5683-DEE8-45FB-8DAD-B25D6E88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1BEF2-95F5-417E-9097-980329164C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374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0D9E7-0515-400A-86E2-F96F6242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E9779-8E71-4A34-ACDD-8BB13DEE2332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E256D-C27A-4160-9DB1-FF5E7864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E034D-8222-48D3-89D9-7CEBFB7D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7B5C6-F485-457A-88E2-FF928EC41E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574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62788E1-6A09-47B5-BC67-57CE1B8E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B0931-B853-4338-857D-EC51455FBAEA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6718E1B-2187-4A00-8130-FF0CCF18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829CFF-BC30-4A03-9C08-2E85922F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30785C-3C3F-4D72-B6E5-E6D38F5558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18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A1461F9-281D-4D2B-9EF4-0961D9F5A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35988-ABC1-47B4-8337-180F809C6E04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E3E607-E774-4F71-ACBB-FE851B94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4CFFD8A-7C08-446F-B45D-132D79B6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8D808-031B-4F6F-A439-4ABFE2BF38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8178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FECACAB-8F93-4899-AD13-62CA490A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F58F0-0B71-4C0D-BBA6-85074C846FE6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46160C0-EE48-4D0E-A5AB-28501651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AD730CE-7954-4549-BAAE-6B545D3E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35500-9D2C-47A3-BF87-3935A794A6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0302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7E62CF2-CD3F-46A2-8A14-8052FB3F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3D11A-F1DE-4A50-95C9-D10180535CA0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41D14B1-D7C1-4357-B6C5-D6BDF3D8A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1A949BD-68C3-4EEF-B906-09FE3440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610838-7400-411B-B689-2F6C35481D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312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5B26A4A-8706-4957-968A-429659FA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D890D1-ADAD-4367-ADA2-AFAFF9F81D11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0A2F1D4-1189-48DE-BA98-325CD9C2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986B66-2394-42B1-9BDE-35C177A6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EEDBB8-2F2A-4E69-B4E6-C45A1A2193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227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3A3A19-677F-46D0-8327-737A4396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651B4-9843-45AB-8E22-71543FB46DA2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EC761C7-6D46-45C5-A06E-1C9467DF5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25F70F5-D8D2-4E99-B0E5-DC927F25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600780-8261-4F2C-8AB1-4FC7C46475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31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C88-AE01-4CAA-9020-B90D8607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4FE15-DD9A-40C6-9AF8-2CF0E2DC9FED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2C5CF-6CAA-4307-B6A8-DF54D826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552A0-9D79-48E4-B25F-688BC186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6A04B-D0EF-4595-87CA-07FE647A1A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0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76813-D725-49F2-945C-CCAB9D2A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FD5AE-DF06-40E8-B10A-A7E8871D9706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B94B4-C37D-4CF1-B803-70ECE9F9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B5775-0DF8-430A-981E-D9F890F1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B4311E-D5F2-40A4-B2D6-DDC2AFD861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42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FDCBFCD-ADA5-49D9-8EC2-C25B2ED55BC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11E7B0C-3D44-4CB9-82E9-732D3B5E65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30E18-6B0F-4561-A8EC-664E8249D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6A74232-FC8A-49F8-80E8-B50A0BA80DF4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380AF-395F-446F-B527-ECA9916A9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C784E-7B42-4220-A301-963093C40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E04AAF9-47BF-4F68-B79A-2D00C1CD1B6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133BE8-A87E-4DBC-98E8-2FD6622AA548}"/>
              </a:ext>
            </a:extLst>
          </p:cNvPr>
          <p:cNvSpPr txBox="1">
            <a:spLocks/>
          </p:cNvSpPr>
          <p:nvPr/>
        </p:nvSpPr>
        <p:spPr>
          <a:xfrm>
            <a:off x="152400" y="177230"/>
            <a:ext cx="8839200" cy="6477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2990C-D7A3-4312-BBC7-CC2452B79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869" y="913787"/>
            <a:ext cx="7315200" cy="8382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/>
              <a:t>  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>
                <a:solidFill>
                  <a:srgbClr val="FF0000"/>
                </a:solidFill>
              </a:rPr>
              <a:t>DEPARTMENT OF COMPUTER SCIENCE </a:t>
            </a:r>
            <a:r>
              <a:rPr lang="en-US" sz="2400" b="1" dirty="0" smtClean="0">
                <a:solidFill>
                  <a:srgbClr val="FF0000"/>
                </a:solidFill>
              </a:rPr>
              <a:t>AND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ENGINEERING </a:t>
            </a:r>
            <a:r>
              <a:rPr lang="en-US" sz="2400" b="1" dirty="0"/>
              <a:t/>
            </a:r>
            <a:br>
              <a:rPr lang="en-US" sz="2400" b="1" dirty="0"/>
            </a:br>
            <a:endParaRPr lang="en-US" sz="36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1E9BB19-E97E-45D3-BB72-E34CC7BF07BD}"/>
              </a:ext>
            </a:extLst>
          </p:cNvPr>
          <p:cNvSpPr txBox="1">
            <a:spLocks/>
          </p:cNvSpPr>
          <p:nvPr/>
        </p:nvSpPr>
        <p:spPr>
          <a:xfrm>
            <a:off x="228600" y="5181600"/>
            <a:ext cx="8686800" cy="13716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>
            <a:normAutofit fontScale="77500" lnSpcReduction="20000"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300" b="1" u="sng" dirty="0">
                <a:solidFill>
                  <a:srgbClr val="FF0000"/>
                </a:solidFill>
              </a:rPr>
              <a:t>Guide Details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000" b="1" dirty="0">
                <a:solidFill>
                  <a:srgbClr val="002060"/>
                </a:solidFill>
              </a:rPr>
              <a:t>Faculty Name</a:t>
            </a:r>
            <a:endParaRPr lang="en-US" sz="3000" b="1" dirty="0">
              <a:solidFill>
                <a:srgbClr val="002060"/>
              </a:solidFill>
              <a:cs typeface="Calibri"/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2060"/>
                </a:solidFill>
              </a:rPr>
              <a:t>Designation 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2060"/>
                </a:solidFill>
              </a:rPr>
              <a:t>Department of CSE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b="1" dirty="0">
              <a:solidFill>
                <a:srgbClr val="002060"/>
              </a:solidFill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3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3034EB3-E5B7-485E-984F-A0E903E0E9A7}"/>
              </a:ext>
            </a:extLst>
          </p:cNvPr>
          <p:cNvSpPr txBox="1">
            <a:spLocks/>
          </p:cNvSpPr>
          <p:nvPr/>
        </p:nvSpPr>
        <p:spPr>
          <a:xfrm>
            <a:off x="2743200" y="2286000"/>
            <a:ext cx="3657600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BATCH ID : </a:t>
            </a:r>
            <a:r>
              <a:rPr lang="en-US" sz="24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23MPCS-DXX</a:t>
            </a:r>
            <a:endParaRPr lang="en-US" sz="24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B366ABC-1782-4359-A4C5-6579CEFE1A4B}"/>
              </a:ext>
            </a:extLst>
          </p:cNvPr>
          <p:cNvSpPr txBox="1">
            <a:spLocks/>
          </p:cNvSpPr>
          <p:nvPr/>
        </p:nvSpPr>
        <p:spPr>
          <a:xfrm>
            <a:off x="304800" y="1524000"/>
            <a:ext cx="8610600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Title: Title of the Project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4BF96B-13BF-42E1-B330-96082705F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834980"/>
              </p:ext>
            </p:extLst>
          </p:nvPr>
        </p:nvGraphicFramePr>
        <p:xfrm>
          <a:off x="1219200" y="2971800"/>
          <a:ext cx="6934200" cy="1981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80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Roll.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C380515-DA03-C63F-7DAB-FBAD305F3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114" y="267313"/>
            <a:ext cx="1244394" cy="951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BCD6-0BDF-480C-A0B6-637D7899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Mini 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</a:rPr>
              <a:t>Project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F8B19-D2C3-436D-A49D-CAD348F23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14413"/>
            <a:ext cx="8763000" cy="5614987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 smtClean="0">
                <a:ea typeface="+mn-lt"/>
                <a:cs typeface="+mn-lt"/>
              </a:rPr>
              <a:t>Introduction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Existing System Vs Proposed </a:t>
            </a:r>
            <a:endParaRPr lang="en-US" sz="1800" b="1" dirty="0" smtClean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 smtClean="0">
                <a:ea typeface="+mn-lt"/>
                <a:cs typeface="+mn-lt"/>
              </a:rPr>
              <a:t>Research Gaps 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 smtClean="0">
                <a:ea typeface="+mn-lt"/>
                <a:cs typeface="+mn-lt"/>
              </a:rPr>
              <a:t>Problem Statement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Objectives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Outcomes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Software and Hardware Requirements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 smtClean="0">
                <a:ea typeface="+mn-lt"/>
                <a:cs typeface="+mn-lt"/>
              </a:rPr>
              <a:t>Architectural Diagram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Proposed </a:t>
            </a:r>
            <a:r>
              <a:rPr lang="en-US" sz="1800" b="1" dirty="0" smtClean="0">
                <a:ea typeface="+mn-lt"/>
                <a:cs typeface="+mn-lt"/>
              </a:rPr>
              <a:t>Methods </a:t>
            </a:r>
            <a:r>
              <a:rPr lang="en-US" sz="1800" b="1" dirty="0">
                <a:ea typeface="+mn-lt"/>
                <a:cs typeface="+mn-lt"/>
              </a:rPr>
              <a:t>and Algorithms </a:t>
            </a:r>
            <a:endParaRPr lang="en-US" sz="1800" b="1" dirty="0" smtClean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 smtClean="0">
                <a:ea typeface="+mn-lt"/>
                <a:cs typeface="+mn-lt"/>
              </a:rPr>
              <a:t>Results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 smtClean="0">
                <a:ea typeface="+mn-lt"/>
                <a:cs typeface="+mn-lt"/>
              </a:rPr>
              <a:t>Research Paper (Acceptance Proofs)</a:t>
            </a:r>
            <a:endParaRPr lang="en-US" sz="1800" b="1" dirty="0" smtClean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 smtClean="0">
                <a:ea typeface="+mn-lt"/>
                <a:cs typeface="+mn-lt"/>
              </a:rPr>
              <a:t>Conclusion</a:t>
            </a: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625E3-5C6C-47E5-A216-96E946FC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DC7A18A-CF2F-40C0-9C89-65D9A71130B3}" type="slidenum">
              <a:rPr lang="en-US" altLang="en-US">
                <a:solidFill>
                  <a:srgbClr val="898989"/>
                </a:solidFill>
              </a:rPr>
              <a:pPr/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CE242-E21F-4D18-A237-B7CA4E6562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</a:t>
            </a:r>
            <a:r>
              <a:rPr lang="en-US" dirty="0" smtClean="0"/>
              <a:t>CSE : </a:t>
            </a:r>
            <a:r>
              <a:rPr lang="en-US" dirty="0"/>
              <a:t>MINI </a:t>
            </a:r>
            <a:r>
              <a:rPr lang="en-US" dirty="0" smtClean="0"/>
              <a:t>PROJECT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FFB9-D3CC-44A9-9FC7-C2A67668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C00000"/>
                </a:solidFill>
              </a:rPr>
              <a:t>Introduction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5A160-9E89-4EFA-87F2-5AD9612AF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8BBA2-811F-41E1-AEAF-A3557D1B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DEC69A3-0958-4FE2-B1B4-1106920B80C0}" type="slidenum">
              <a:rPr lang="en-US" altLang="en-US">
                <a:solidFill>
                  <a:srgbClr val="898989"/>
                </a:solidFill>
              </a:rPr>
              <a:pPr/>
              <a:t>3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3C64E-E448-0AE8-AC06-C25391F172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6264275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</a:t>
            </a:r>
            <a:r>
              <a:rPr lang="en-US" dirty="0" smtClean="0"/>
              <a:t>CSE : </a:t>
            </a:r>
            <a:r>
              <a:rPr lang="en-US" dirty="0"/>
              <a:t>MINI </a:t>
            </a:r>
            <a:r>
              <a:rPr lang="en-US" dirty="0" smtClean="0"/>
              <a:t>PROJECT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Existing System Vs Proposed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smtClean="0"/>
              <a:t>DEPARTMENT OF CSE : MINI PROJECT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C00000"/>
                </a:solidFill>
              </a:rPr>
              <a:t>Research Gaps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smtClean="0"/>
              <a:t>DEPARTMENT OF CSE : MINI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57901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C00000"/>
                </a:solidFill>
              </a:rPr>
              <a:t>Problem Statement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6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5126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4ACF-E93E-429C-B571-59A1E5F8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Proposed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18A44-8ABC-42DF-9BB1-E9A15FE0B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endParaRPr lang="en-US" sz="2500" dirty="0"/>
          </a:p>
          <a:p>
            <a:pPr fontAlgn="auto">
              <a:spcAft>
                <a:spcPts val="0"/>
              </a:spcAft>
              <a:defRPr/>
            </a:pPr>
            <a:endParaRPr lang="en-US" sz="2500" dirty="0"/>
          </a:p>
          <a:p>
            <a:pPr fontAlgn="auto">
              <a:spcAft>
                <a:spcPts val="0"/>
              </a:spcAft>
              <a:defRPr/>
            </a:pPr>
            <a:endParaRPr lang="en-US" sz="25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4F6A7-E80B-4C13-8FAA-7BE38155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3C13DFD-FA58-48AD-B109-2C30D8D6F058}" type="slidenum">
              <a:rPr lang="en-US" altLang="en-US">
                <a:solidFill>
                  <a:srgbClr val="898989"/>
                </a:solidFill>
              </a:rPr>
              <a:pPr/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D567A5-0A6B-AFA0-3540-53A824978C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Proposed 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2FDDD-2424-0E7F-DD96-199FAF1E2F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Software and 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C52FED-457C-B8CE-592D-306D22672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4" y="272283"/>
            <a:ext cx="7638305" cy="611161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Architectural Diagram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/>
              <a:pPr/>
              <a:t>10</a:t>
            </a:fld>
            <a:endParaRPr lang="en-US"/>
          </a:p>
        </p:txBody>
      </p:sp>
      <p:sp>
        <p:nvSpPr>
          <p:cNvPr id="34" name="Content Placeholder 3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6DD126-8543-7714-EE4A-27D656E670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PROPOSED METHOD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11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62246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cs typeface="Calibri"/>
              </a:rPr>
              <a:t>Results</a:t>
            </a:r>
            <a:endParaRPr lang="en-US" sz="3200" b="1" dirty="0">
              <a:solidFill>
                <a:srgbClr val="C00000"/>
              </a:solidFill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12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</a:t>
            </a:r>
            <a:r>
              <a:rPr lang="en-US" dirty="0" smtClean="0"/>
              <a:t>REVIEW-4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66090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cs typeface="Calibri"/>
              </a:rPr>
              <a:t>Research Paper (Acceptance Proof)</a:t>
            </a:r>
            <a:endParaRPr lang="en-US" sz="3200" b="1" dirty="0">
              <a:solidFill>
                <a:srgbClr val="C00000"/>
              </a:solidFill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13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76142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cs typeface="Calibri"/>
              </a:rPr>
              <a:t>Conclusion</a:t>
            </a:r>
            <a:endParaRPr lang="en-US" sz="3200" b="1" dirty="0">
              <a:solidFill>
                <a:srgbClr val="C00000"/>
              </a:solidFill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14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69294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A53F-B02D-4760-90B7-DB325626B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6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b="1" dirty="0"/>
              <a:t>Thank You</a:t>
            </a:r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BB240-5782-410E-A3EF-F343719E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18D7D88-921A-4D31-AE25-21776C2970CA}" type="slidenum">
              <a:rPr lang="en-US" altLang="en-US" dirty="0">
                <a:solidFill>
                  <a:srgbClr val="898989"/>
                </a:solidFill>
              </a:rPr>
              <a:pPr/>
              <a:t>15</a:t>
            </a:fld>
            <a:endParaRPr lang="en-US" altLang="en-US" dirty="0">
              <a:solidFill>
                <a:srgbClr val="898989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BAED27-1BF6-0E39-B7FC-495FE68C4C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945" y="136525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2660</TotalTime>
  <Words>212</Words>
  <Application>Microsoft Office PowerPoint</Application>
  <PresentationFormat>On-screen Show (4:3)</PresentationFormat>
  <Paragraphs>87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Arial,Sans-Serif</vt:lpstr>
      <vt:lpstr>Calibri</vt:lpstr>
      <vt:lpstr>Office Theme</vt:lpstr>
      <vt:lpstr>    DEPARTMENT OF COMPUTER SCIENCE AND ENGINEERING  </vt:lpstr>
      <vt:lpstr>Mini Project Outlines</vt:lpstr>
      <vt:lpstr>Introduction</vt:lpstr>
      <vt:lpstr>Existing System Vs Proposed </vt:lpstr>
      <vt:lpstr>Research Gaps</vt:lpstr>
      <vt:lpstr>Problem Statement</vt:lpstr>
      <vt:lpstr>Proposed Project Objectives</vt:lpstr>
      <vt:lpstr>Proposed Project Outcomes</vt:lpstr>
      <vt:lpstr>Software and Hardware Requirements</vt:lpstr>
      <vt:lpstr>Architectural Diagram</vt:lpstr>
      <vt:lpstr>PROPOSED METHOD AND ALGORITHMS</vt:lpstr>
      <vt:lpstr>Results</vt:lpstr>
      <vt:lpstr>Research Paper (Acceptance Proof)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Venu Gopal Sakkera</dc:creator>
  <cp:lastModifiedBy>Dr Reddy Saisindhutheja</cp:lastModifiedBy>
  <cp:revision>525</cp:revision>
  <dcterms:created xsi:type="dcterms:W3CDTF">2006-08-16T00:00:00Z</dcterms:created>
  <dcterms:modified xsi:type="dcterms:W3CDTF">2026-04-01T05:00:21Z</dcterms:modified>
</cp:coreProperties>
</file>